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15" r:id="rId4"/>
  </p:sldMasterIdLst>
  <p:notesMasterIdLst>
    <p:notesMasterId r:id="rId8"/>
  </p:notesMasterIdLst>
  <p:handoutMasterIdLst>
    <p:handoutMasterId r:id="rId9"/>
  </p:handoutMasterIdLst>
  <p:sldIdLst>
    <p:sldId id="2147473219" r:id="rId5"/>
    <p:sldId id="2147375648" r:id="rId6"/>
    <p:sldId id="2147473221" r:id="rId7"/>
  </p:sldIdLst>
  <p:sldSz cx="12192000" cy="6858000"/>
  <p:notesSz cx="6858000" cy="9144000"/>
  <p:embeddedFontLst>
    <p:embeddedFont>
      <p:font typeface="Fira Sans" panose="020B0503050000020004" pitchFamily="34" charset="0"/>
      <p:regular r:id="rId10"/>
      <p:bold r:id="rId11"/>
      <p:italic r:id="rId12"/>
      <p:boldItalic r:id="rId13"/>
    </p:embeddedFont>
    <p:embeddedFont>
      <p:font typeface="Fira Sans Condensed" panose="020B0503050000020004" pitchFamily="34" charset="0"/>
      <p:regular r:id="rId14"/>
      <p:bold r:id="rId15"/>
      <p:italic r:id="rId16"/>
      <p:boldItalic r:id="rId17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1200"/>
      </a:spcBef>
      <a:spcAft>
        <a:spcPts val="200"/>
      </a:spcAft>
      <a:buFont typeface="Symbol" panose="05050102010706020507" pitchFamily="18" charset="2"/>
      <a:buNone/>
      <a:defRPr sz="1600" b="1" kern="1200">
        <a:solidFill>
          <a:schemeClr val="tx2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Tx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6pPr>
    <a:lvl7pPr marL="144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b="0" kern="1200">
        <a:solidFill>
          <a:schemeClr val="tx1"/>
        </a:solidFill>
        <a:latin typeface="+mn-lt"/>
        <a:ea typeface="+mn-ea"/>
        <a:cs typeface="+mn-cs"/>
      </a:defRPr>
    </a:lvl7pPr>
    <a:lvl8pPr marL="288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Fira Sans" panose="020B0503050000020004" pitchFamily="34" charset="0"/>
      <a:buChar char="&gt;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432000" indent="-144000" algn="l" defTabSz="914400" rtl="0" eaLnBrk="1" latinLnBrk="0" hangingPunct="1">
      <a:lnSpc>
        <a:spcPct val="100000"/>
      </a:lnSpc>
      <a:spcBef>
        <a:spcPts val="200"/>
      </a:spcBef>
      <a:spcAft>
        <a:spcPts val="200"/>
      </a:spcAft>
      <a:buClr>
        <a:schemeClr val="tx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45C9562-1D88-4959-98E0-DF01EE10AB55}">
  <a:tblStyle styleId="{B45C9562-1D88-4959-98E0-DF01EE10AB55}" styleName="adesso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chemeClr val="dk1"/>
              </a:solidFill>
            </a:ln>
          </a:bottom>
          <a:insideH>
            <a:ln w="635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2"/>
      </a:tcTxStyle>
      <a:tcStyle>
        <a:tcBdr>
          <a:top>
            <a:ln w="6350" cmpd="sng">
              <a:solidFill>
                <a:schemeClr val="accent3"/>
              </a:solidFill>
            </a:ln>
          </a:top>
          <a:bottom>
            <a:ln w="6350" cmpd="sng">
              <a:solidFill>
                <a:schemeClr val="dk1"/>
              </a:solidFill>
            </a:ln>
          </a:bottom>
        </a:tcBdr>
      </a:tcStyle>
    </a:lastRow>
    <a:firstRow>
      <a:tcTxStyle b="on">
        <a:fontRef idx="minor">
          <a:prstClr val="black"/>
        </a:fontRef>
        <a:schemeClr val="dk2"/>
      </a:tcTxStyle>
      <a:tcStyle>
        <a:tcBdr>
          <a:bottom>
            <a:ln w="6350" cmpd="sng">
              <a:solidFill>
                <a:schemeClr val="dk1"/>
              </a:solidFill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081" autoAdjust="0"/>
  </p:normalViewPr>
  <p:slideViewPr>
    <p:cSldViewPr showGuides="1">
      <p:cViewPr>
        <p:scale>
          <a:sx n="125" d="100"/>
          <a:sy n="125" d="100"/>
        </p:scale>
        <p:origin x="936" y="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osten, Iris" userId="bc12ce78-90c4-46fc-895b-f139783f718b" providerId="ADAL" clId="{37FB0C78-23B3-4D8C-A9CB-65ADCA7AD368}"/>
    <pc:docChg chg="custSel modSld">
      <pc:chgData name="Joosten, Iris" userId="bc12ce78-90c4-46fc-895b-f139783f718b" providerId="ADAL" clId="{37FB0C78-23B3-4D8C-A9CB-65ADCA7AD368}" dt="2026-01-05T13:37:37.892" v="1" actId="478"/>
      <pc:docMkLst>
        <pc:docMk/>
      </pc:docMkLst>
      <pc:sldChg chg="addSp delSp mod">
        <pc:chgData name="Joosten, Iris" userId="bc12ce78-90c4-46fc-895b-f139783f718b" providerId="ADAL" clId="{37FB0C78-23B3-4D8C-A9CB-65ADCA7AD368}" dt="2026-01-05T13:37:37.892" v="1" actId="478"/>
        <pc:sldMkLst>
          <pc:docMk/>
          <pc:sldMk cId="307986906" sldId="2147375648"/>
        </pc:sldMkLst>
        <pc:cxnChg chg="add del">
          <ac:chgData name="Joosten, Iris" userId="bc12ce78-90c4-46fc-895b-f139783f718b" providerId="ADAL" clId="{37FB0C78-23B3-4D8C-A9CB-65ADCA7AD368}" dt="2026-01-05T13:37:37.892" v="1" actId="478"/>
          <ac:cxnSpMkLst>
            <pc:docMk/>
            <pc:sldMk cId="307986906" sldId="2147375648"/>
            <ac:cxnSpMk id="3" creationId="{3676471E-F07F-4A47-B88B-8393D8640F17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10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9FFA3F-6127-C7F4-F0A9-80A28FA7F7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B8DEA75F-B5E7-49F3-AF07-708802681350}" type="datetime1">
              <a:rPr lang="de-DE" smtClean="0"/>
              <a:pPr/>
              <a:t>05.01.2026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750BB-3C39-305E-ED6C-9BE80FF1A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A5566E-7BC4-87FA-9102-11291179BC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3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8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de-DE" sz="1000" dirty="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fld id="{B8DEA75F-B5E7-49F3-AF07-708802681350}" type="datetime1">
              <a:rPr lang="de-DE" smtClean="0"/>
              <a:pPr/>
              <a:t>05.01.2026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1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de-DE"/>
              <a:t>Title of the presentation</a:t>
            </a:r>
            <a:endParaRPr lang="de-DE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fld id="{E5BBCCF6-F8A8-4C49-BF3D-CA1AA74CA975}" type="slidenum">
              <a:rPr lang="de-DE" sz="1000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lnSpc>
        <a:spcPct val="110000"/>
      </a:lnSpc>
      <a:spcBef>
        <a:spcPts val="1200"/>
      </a:spcBef>
      <a:defRPr sz="1200" b="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400"/>
      </a:spcBef>
      <a:spcAft>
        <a:spcPts val="400"/>
      </a:spcAft>
      <a:buFont typeface="Fira Sans" panose="020B0503050000020004" pitchFamily="34" charset="0"/>
      <a:buChar char="&gt;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lnSpc>
        <a:spcPct val="110000"/>
      </a:lnSpc>
      <a:spcBef>
        <a:spcPts val="100"/>
      </a:spcBef>
      <a:spcAft>
        <a:spcPts val="1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9.svg"/><Relationship Id="rId4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1.emf"/><Relationship Id="rId9" Type="http://schemas.openxmlformats.org/officeDocument/2006/relationships/image" Target="../media/image14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11" Type="http://schemas.openxmlformats.org/officeDocument/2006/relationships/image" Target="../media/image15.sv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1.emf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5.bin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5.svg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1.svg"/><Relationship Id="rId4" Type="http://schemas.openxmlformats.org/officeDocument/2006/relationships/image" Target="../media/image1.emf"/><Relationship Id="rId9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9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7.sv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11" Type="http://schemas.openxmlformats.org/officeDocument/2006/relationships/image" Target="../media/image13.sv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.emf"/><Relationship Id="rId9" Type="http://schemas.openxmlformats.org/officeDocument/2006/relationships/image" Target="../media/image15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18.svg"/><Relationship Id="rId5" Type="http://schemas.openxmlformats.org/officeDocument/2006/relationships/image" Target="../media/image4.png"/><Relationship Id="rId10" Type="http://schemas.openxmlformats.org/officeDocument/2006/relationships/image" Target="../media/image17.svg"/><Relationship Id="rId4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1.emf"/><Relationship Id="rId9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11" Type="http://schemas.openxmlformats.org/officeDocument/2006/relationships/image" Target="../media/image18.svg"/><Relationship Id="rId5" Type="http://schemas.openxmlformats.org/officeDocument/2006/relationships/image" Target="../media/image2.png"/><Relationship Id="rId10" Type="http://schemas.openxmlformats.org/officeDocument/2006/relationships/image" Target="../media/image17.svg"/><Relationship Id="rId4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.png"/><Relationship Id="rId11" Type="http://schemas.openxmlformats.org/officeDocument/2006/relationships/image" Target="../media/image11.svg"/><Relationship Id="rId5" Type="http://schemas.openxmlformats.org/officeDocument/2006/relationships/image" Target="../media/image19.png"/><Relationship Id="rId10" Type="http://schemas.openxmlformats.org/officeDocument/2006/relationships/image" Target="../media/image10.png"/><Relationship Id="rId4" Type="http://schemas.openxmlformats.org/officeDocument/2006/relationships/image" Target="../media/image1.emf"/><Relationship Id="rId9" Type="http://schemas.openxmlformats.org/officeDocument/2006/relationships/image" Target="../media/image1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.emf"/><Relationship Id="rId9" Type="http://schemas.openxmlformats.org/officeDocument/2006/relationships/image" Target="../media/image1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9.png"/><Relationship Id="rId7" Type="http://schemas.openxmlformats.org/officeDocument/2006/relationships/image" Target="../media/image1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.emf"/><Relationship Id="rId9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.emf"/><Relationship Id="rId9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.emf"/><Relationship Id="rId9" Type="http://schemas.openxmlformats.org/officeDocument/2006/relationships/image" Target="../media/image13.sv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26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8.bin"/><Relationship Id="rId7" Type="http://schemas.openxmlformats.org/officeDocument/2006/relationships/image" Target="../media/image1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.emf"/><Relationship Id="rId9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18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oleObject" Target="../embeddings/oleObject31.bin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/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89F20B-BBCD-A3A7-10D0-F905F49F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4497820" y="2637000"/>
            <a:ext cx="3196360" cy="12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6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B5D5D99-F1C8-BFD2-6A39-BBC22026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6643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D5D99-F1C8-BFD2-6A39-BBC22026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 dirty="0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Place </a:t>
            </a:r>
            <a:r>
              <a:rPr lang="en-GB"/>
              <a:t>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sp>
        <p:nvSpPr>
          <p:cNvPr id="2" name="Arrow">
            <a:extLst>
              <a:ext uri="{FF2B5EF4-FFF2-40B4-BE49-F238E27FC236}">
                <a16:creationId xmlns:a16="http://schemas.microsoft.com/office/drawing/2014/main" id="{E6FD122C-0A1E-1C04-2CAD-B7A81638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3366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725F2B-7ACB-05F5-B3D7-C02685D357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562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725F2B-7ACB-05F5-B3D7-C02685D357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dirty="0"/>
              <a:t>Subtitle of </a:t>
            </a:r>
            <a:r>
              <a:rPr lang="en-GB"/>
              <a:t>the presentation</a:t>
            </a:r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Place </a:t>
            </a:r>
            <a:r>
              <a:rPr lang="en-GB"/>
              <a:t>| Date</a:t>
            </a:r>
          </a:p>
        </p:txBody>
      </p:sp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8000" y="6481979"/>
            <a:ext cx="216000" cy="98743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DCB562-3B1C-F7F5-F354-6234DC8BF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8" name="Arrow">
            <a:extLst>
              <a:ext uri="{FF2B5EF4-FFF2-40B4-BE49-F238E27FC236}">
                <a16:creationId xmlns:a16="http://schemas.microsoft.com/office/drawing/2014/main" id="{230985C2-B223-BE1C-0204-CF27E13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106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EEF9155-EE20-D3CA-DD92-01E0FB74BB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8310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EF9155-EE20-D3CA-DD92-01E0FB74B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dient">
            <a:extLst>
              <a:ext uri="{FF2B5EF4-FFF2-40B4-BE49-F238E27FC236}">
                <a16:creationId xmlns:a16="http://schemas.microsoft.com/office/drawing/2014/main" id="{31C9061C-135B-7D39-F3B0-52C4E55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dirty="0"/>
              <a:t>Subtitle of the presentation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5201A347-F79F-92F1-94F1-D7D4F7C34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Place </a:t>
            </a:r>
            <a:r>
              <a:rPr lang="en-GB"/>
              <a:t>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2" name="Pill_small_TextPH">
            <a:extLst>
              <a:ext uri="{FF2B5EF4-FFF2-40B4-BE49-F238E27FC236}">
                <a16:creationId xmlns:a16="http://schemas.microsoft.com/office/drawing/2014/main" id="{ABEAE662-A103-9D7A-2778-58B4D4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71910733-75D9-EA24-14FA-A3C0A8A86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5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F9CC4F-72C1-9CB1-A14F-074F35DF4C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257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9CC4F-72C1-9CB1-A14F-074F35DF4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22AFC4E-7444-AAD1-46FC-BB6853DA8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5" name="Bildkontrast">
            <a:extLst>
              <a:ext uri="{FF2B5EF4-FFF2-40B4-BE49-F238E27FC236}">
                <a16:creationId xmlns:a16="http://schemas.microsoft.com/office/drawing/2014/main" id="{3639B452-EC7D-BF1A-07F8-BEB5B1C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 dirty="0"/>
              <a:t>Subtitle of the presentation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FF88096-6C49-1451-EB92-E5E2BC16E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Place </a:t>
            </a:r>
            <a:r>
              <a:rPr lang="en-GB"/>
              <a:t>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ED359A5-AD86-85BA-0C81-D5926F376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ll_small_TextPH">
            <a:extLst>
              <a:ext uri="{FF2B5EF4-FFF2-40B4-BE49-F238E27FC236}">
                <a16:creationId xmlns:a16="http://schemas.microsoft.com/office/drawing/2014/main" id="{B7472438-0CDB-1E5D-7E50-6063D6DE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2843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FB0FDDB-A961-9532-7262-F63096E20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44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0FDDB-A961-9532-7262-F63096E20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E78C348-519D-0A32-5392-9E0129C90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Add  Picture</a:t>
            </a:r>
          </a:p>
          <a:p>
            <a:pPr lvl="8"/>
            <a:endParaRPr lang="en-GB" dirty="0"/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1E06408D-6EC6-57B1-31FB-9D5F7492BE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1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dirty="0"/>
              <a:t>Subtitle of the </a:t>
            </a:r>
            <a:r>
              <a:rPr lang="en-GB" dirty="0" err="1"/>
              <a:t>presentatio</a:t>
            </a:r>
            <a:endParaRPr lang="en-GB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739350E-2979-D47B-334C-37F1CC11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49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Place </a:t>
            </a:r>
            <a:r>
              <a:rPr lang="en-GB"/>
              <a:t>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CBF9589-32BE-207C-0458-B3216DEB2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B1C6230C-21C7-FFD0-5494-C0A42156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50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32">
          <p15:clr>
            <a:srgbClr val="FBAE40"/>
          </p15:clr>
        </p15:guide>
        <p15:guide id="2" pos="484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9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C93870-2A84-760E-6E40-D6AFF40E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09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C93870-2A84-760E-6E40-D6AFF40E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 dirty="0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645D3CA-8B6A-4AC7-B3E2-4D57B2215064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688" y="1773238"/>
            <a:ext cx="10728000" cy="4392612"/>
          </a:xfrm>
          <a:prstGeom prst="rect">
            <a:avLst/>
          </a:prstGeom>
        </p:spPr>
        <p:txBody>
          <a:bodyPr numCol="2" spcCol="504000"/>
          <a:lstStyle>
            <a:lvl1pPr marL="360000" indent="-360000">
              <a:spcBef>
                <a:spcPts val="1800"/>
              </a:spcBef>
              <a:buFont typeface="+mj-lt"/>
              <a:buAutoNum type="arabicPeriod"/>
              <a:defRPr sz="1800" b="1">
                <a:solidFill>
                  <a:schemeClr val="tx2"/>
                </a:solidFill>
              </a:defRPr>
            </a:lvl1pPr>
            <a:lvl2pPr marL="360000" indent="0">
              <a:spcBef>
                <a:spcPts val="200"/>
              </a:spcBef>
              <a:spcAft>
                <a:spcPts val="200"/>
              </a:spcAft>
              <a:buFont typeface="+mj-lt"/>
              <a:buNone/>
              <a:defRPr sz="1600" b="1"/>
            </a:lvl2pPr>
            <a:lvl3pPr marL="360000" indent="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None/>
              <a:defRPr/>
            </a:lvl3pPr>
            <a:lvl4pPr marL="503238" indent="-14400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Char char="&gt;"/>
              <a:defRPr sz="1400" b="0">
                <a:solidFill>
                  <a:schemeClr val="tx1"/>
                </a:solidFill>
              </a:defRPr>
            </a:lvl4pPr>
            <a:lvl5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6777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C41A53-F3D3-1C21-B135-C5F120504F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546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41A53-F3D3-1C21-B135-C5F120504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7" y="512676"/>
            <a:ext cx="10728000" cy="1080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 dirty="0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F574DFA-7209-492D-A297-8D0BC8B5AA05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A34E9E74-1E39-8109-360B-A3E55855FB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7" name="Textplatzhalter 26">
            <a:extLst>
              <a:ext uri="{FF2B5EF4-FFF2-40B4-BE49-F238E27FC236}">
                <a16:creationId xmlns:a16="http://schemas.microsoft.com/office/drawing/2014/main" id="{2255F337-75B4-13CD-224C-DC966FC86B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0A994108-587A-7B5F-4BD0-6F34AA17C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854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12" name="Textplatzhalter 26">
            <a:extLst>
              <a:ext uri="{FF2B5EF4-FFF2-40B4-BE49-F238E27FC236}">
                <a16:creationId xmlns:a16="http://schemas.microsoft.com/office/drawing/2014/main" id="{9F6EBA83-B83B-576B-64CB-ADBD6A177C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75934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Textplatzhalter 24">
            <a:extLst>
              <a:ext uri="{FF2B5EF4-FFF2-40B4-BE49-F238E27FC236}">
                <a16:creationId xmlns:a16="http://schemas.microsoft.com/office/drawing/2014/main" id="{A85BDE73-D5CD-FDB8-02C4-D50A3BDF24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056000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16" name="Textplatzhalter 26">
            <a:extLst>
              <a:ext uri="{FF2B5EF4-FFF2-40B4-BE49-F238E27FC236}">
                <a16:creationId xmlns:a16="http://schemas.microsoft.com/office/drawing/2014/main" id="{C28D690A-02FF-09B1-EB6C-A73F9BFFB9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76080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platzhalter 24">
            <a:extLst>
              <a:ext uri="{FF2B5EF4-FFF2-40B4-BE49-F238E27FC236}">
                <a16:creationId xmlns:a16="http://schemas.microsoft.com/office/drawing/2014/main" id="{B0EEA235-157C-0DD6-1EB1-2D101F466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6146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20" name="Textplatzhalter 26">
            <a:extLst>
              <a:ext uri="{FF2B5EF4-FFF2-40B4-BE49-F238E27FC236}">
                <a16:creationId xmlns:a16="http://schemas.microsoft.com/office/drawing/2014/main" id="{BC8510BB-7A4F-C027-FA67-05A980A607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776226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B5942F88-B110-49D8-9B60-2E1BDDB7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4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45D253A2-A960-9F2B-AEF1-67F1165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1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B53778D-F9BD-F40B-2FC9-0BF34E3C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456000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BF3534A-653F-64D8-B01B-F7561A40B8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176080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614F4393-383C-9CEE-68FA-59D2E8749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56146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681518D-1909-6D73-E5C0-0842A0100D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176226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1FC226F-83E0-2226-D377-F8376BD00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56292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 dirty="0"/>
              <a:t>00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10BA3EAB-FA0C-46B7-0CD7-F2A12D81A5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7176372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9440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225CE66-DBB8-739C-40C1-C7EF786AB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375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25CE66-DBB8-739C-40C1-C7EF786AB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0BB22A48-E4FC-DF04-EDD8-73946BA75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174B025-8D61-4653-BB5C-1AC49D37CE75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2DB93664-3E0D-919B-F3B1-3E8CAFEE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1A681424-DE77-3A71-67F9-9FDE8392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988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05D2FC8-3E8B-9EBE-7745-7873E532D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678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D2FC8-3E8B-9EBE-7745-7873E532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dient">
            <a:extLst>
              <a:ext uri="{FF2B5EF4-FFF2-40B4-BE49-F238E27FC236}">
                <a16:creationId xmlns:a16="http://schemas.microsoft.com/office/drawing/2014/main" id="{B723CF16-9659-CD27-BFD2-E5AD0C84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167822-301A-923D-3BF1-98C43E5D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AC21517-510A-2A39-F899-3441461F4C0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Optional short description of </a:t>
            </a:r>
            <a:br>
              <a:rPr lang="en-GB" dirty="0"/>
            </a:br>
            <a:r>
              <a:rPr lang="en-GB" dirty="0"/>
              <a:t>the current section</a:t>
            </a:r>
          </a:p>
          <a:p>
            <a:pPr lvl="1"/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D21F9-CAF8-41EB-9D22-EEDEA5B83D6E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E4ABAEA-6371-074E-FCF3-57D9898D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EDBBED1B-023A-FACB-C4ED-EE7525F3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E9F17F7-0B89-0E0F-48B9-E46CCAFB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43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F45E01D-B563-537E-CFD1-CD6B55CE0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1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5E01D-B563-537E-CFD1-CD6B55CE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3">
            <a:extLst>
              <a:ext uri="{FF2B5EF4-FFF2-40B4-BE49-F238E27FC236}">
                <a16:creationId xmlns:a16="http://schemas.microsoft.com/office/drawing/2014/main" id="{39CCA402-DED7-2BB4-D820-6AF1A108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90BF5578-7158-742D-B8B8-D8C5F96FE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B9FB43F-5E8A-B6C3-EAA8-EA022913F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810752F5-186C-03FB-BB64-C5F1D9D9BC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Optional short description of </a:t>
            </a:r>
            <a:br>
              <a:rPr lang="en-GB" dirty="0"/>
            </a:br>
            <a:r>
              <a:rPr lang="en-GB" dirty="0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09C308-3AEC-4093-92CB-58430B5BD35B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8DB6C231-C5BB-9B40-0F2A-1BA2BA97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761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718A833-D790-25B6-3705-635EEE5F5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0556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18A833-D790-25B6-3705-635EEE5F5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9">
            <a:extLst>
              <a:ext uri="{FF2B5EF4-FFF2-40B4-BE49-F238E27FC236}">
                <a16:creationId xmlns:a16="http://schemas.microsoft.com/office/drawing/2014/main" id="{27A5E866-5D91-E545-59A4-766B60DC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Add  Picture</a:t>
            </a:r>
          </a:p>
          <a:p>
            <a:pPr lvl="8"/>
            <a:endParaRPr lang="en-GB" dirty="0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C4753983-0865-0D4C-9133-0A99B811D1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685288D-DB07-51CF-3109-4D7FFCFE5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1A90195-8AAA-0454-4861-29ED43B27E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Optional short description of </a:t>
            </a:r>
            <a:br>
              <a:rPr lang="en-GB" dirty="0"/>
            </a:br>
            <a:r>
              <a:rPr lang="en-GB" dirty="0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CE3138-F6C1-4B1F-A0E0-3407E64404C7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C72E5158-DD49-5499-FBFE-A16D5756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0" y="4761000"/>
            <a:ext cx="756000" cy="7560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174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B0DA3CE-1438-CC6E-92E0-BAC3299E76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171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DA3CE-1438-CC6E-92E0-BAC3299E7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01841501-C7BA-52D7-E102-657F230B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0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5CC9311B-B6CB-FE0C-EC7B-B293F448B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85E3E958-EF24-1192-DF23-C5B3CBB04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59450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67EB597F-EBBA-05B9-AE59-487919E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D9F9CA-D7C5-4D75-A473-538937D04093}" type="datetime1">
              <a:rPr lang="en-GB" smtClean="0"/>
              <a:t>05/01/2026</a:t>
            </a:fld>
            <a:endParaRPr lang="en-GB" dirty="0"/>
          </a:p>
        </p:txBody>
      </p:sp>
      <p:pic>
        <p:nvPicPr>
          <p:cNvPr id="13" name="Pill_small">
            <a:extLst>
              <a:ext uri="{FF2B5EF4-FFF2-40B4-BE49-F238E27FC236}">
                <a16:creationId xmlns:a16="http://schemas.microsoft.com/office/drawing/2014/main" id="{3CCED57A-1EA4-B4F0-C567-5A3A8AF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Arrow">
            <a:extLst>
              <a:ext uri="{FF2B5EF4-FFF2-40B4-BE49-F238E27FC236}">
                <a16:creationId xmlns:a16="http://schemas.microsoft.com/office/drawing/2014/main" id="{648F5294-342F-CA40-080A-A8D3B13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9DA40878-F5FF-B719-9BF7-C451E55AB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6101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280B20-CA0F-5C3C-4EAB-EB7D755B9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85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80B20-CA0F-5C3C-4EAB-EB7D755B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Verlauf">
            <a:extLst>
              <a:ext uri="{FF2B5EF4-FFF2-40B4-BE49-F238E27FC236}">
                <a16:creationId xmlns:a16="http://schemas.microsoft.com/office/drawing/2014/main" id="{3300AACF-0D35-1B88-AC4F-A1B0BB8F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16998EF-CD2E-E8D7-4A07-69B5048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A9041A99-01BE-D2BD-943C-8D4A7ED8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3428761-EC80-70E2-D1D7-90ECA56DC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Name of the current section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83129EB0-3C89-AD69-6E13-431184196F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60751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680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A197F93-C74A-7E15-7A87-A3BF743D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AFBB94-A8F3-114E-22EA-CF0F512A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4AE5A4-A278-4BB3-8BFF-48B71267E52A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15" name="Pill_small_TextPH">
            <a:extLst>
              <a:ext uri="{FF2B5EF4-FFF2-40B4-BE49-F238E27FC236}">
                <a16:creationId xmlns:a16="http://schemas.microsoft.com/office/drawing/2014/main" id="{DA30F08B-093E-B39F-4AA8-B9A2F8A51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0781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08730F2D-3D5A-B4FB-D0CB-CF57880E34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08730F2D-3D5A-B4FB-D0CB-CF57880E3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20130F-1555-7891-3505-25DECEC0A5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4AD4E-68CE-D4C7-ED38-CC183EBA2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C3B36C-6022-7BD7-0AC1-FFEA36DFD5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73D0B3-0E64-FB65-99E1-555E9CC07F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DC8993-8D2E-4DE0-9E9C-34605DBD02AA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1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26B43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>
            <a:extLst>
              <a:ext uri="{FF2B5EF4-FFF2-40B4-BE49-F238E27FC236}">
                <a16:creationId xmlns:a16="http://schemas.microsoft.com/office/drawing/2014/main" id="{230C2AFB-781E-6B4E-F903-63933EF572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2186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>
                        <a:extLst>
                          <a:ext uri="{FF2B5EF4-FFF2-40B4-BE49-F238E27FC236}">
                            <a16:creationId xmlns:a16="http://schemas.microsoft.com/office/drawing/2014/main" id="{230C2AFB-781E-6B4E-F903-63933EF57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E8186563-CFF5-9702-C257-BCE214C06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58FE6AE3-A96D-3981-CE6F-E7CE0A93C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10728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873045-E84B-42E6-97B8-868466B07CCD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997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323" userDrawn="1">
          <p15:clr>
            <a:srgbClr val="FBAE40"/>
          </p15:clr>
        </p15:guide>
        <p15:guide id="5" orient="horz" pos="388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E3202E16-9881-E6EE-C500-8C6F4F653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9732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E3202E16-9881-E6EE-C500-8C6F4F6538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671537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E180AB0-1B04-4CCC-82A9-8796D4991E51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97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  <p15:guide id="8" pos="257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ll">
            <a:extLst>
              <a:ext uri="{FF2B5EF4-FFF2-40B4-BE49-F238E27FC236}">
                <a16:creationId xmlns:a16="http://schemas.microsoft.com/office/drawing/2014/main" id="{A9D7CC25-D12B-1CC8-92EB-4C9762F1C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077CF138-59BF-F35A-28FA-6953C5392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FCC616E-855D-C4EB-CB12-950FCFD0E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8477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" imgW="306" imgH="306" progId="TCLayout.ActiveDocument.1">
                  <p:embed/>
                </p:oleObj>
              </mc:Choice>
              <mc:Fallback>
                <p:oleObj name="think-cell Folie" r:id="rId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CC616E-855D-C4EB-CB12-950FCFD0E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6830A5-B551-48BC-B98B-DC1C79583F2B}" type="datetime1">
              <a:rPr lang="en-GB" smtClean="0"/>
              <a:t>05/01/2026</a:t>
            </a:fld>
            <a:endParaRPr lang="en-GB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2AFEC74-2BAE-AF08-AED5-8B96C5623CB0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672632" y="1772692"/>
            <a:ext cx="5112000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377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85">
          <p15:clr>
            <a:srgbClr val="F26B43"/>
          </p15:clr>
        </p15:guide>
        <p15:guide id="2" pos="4203">
          <p15:clr>
            <a:srgbClr val="F26B43"/>
          </p15:clr>
        </p15:guide>
        <p15:guide id="3" pos="7423">
          <p15:clr>
            <a:srgbClr val="F26B43"/>
          </p15:clr>
        </p15:guide>
        <p15:guide id="4" pos="665">
          <p15:clr>
            <a:srgbClr val="F26B43"/>
          </p15:clr>
        </p15:guide>
        <p15:guide id="6" orient="horz" pos="323" userDrawn="1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883">
          <p15:clr>
            <a:srgbClr val="F26B43"/>
          </p15:clr>
        </p15:guide>
        <p15:guide id="9" pos="25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CC32B6E-900C-F093-4CA6-EE27471B60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8006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C32B6E-900C-F093-4CA6-EE27471B60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B7C474F-72E1-4ADA-9EA2-1BEC30461D7E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4800000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281752-5285-F8BF-B903-5D95BADAE05D}"/>
              </a:ext>
            </a:extLst>
          </p:cNvPr>
          <p:cNvSpPr>
            <a:spLocks noGrp="1"/>
          </p:cNvSpPr>
          <p:nvPr>
            <p:ph idx="15" hasCustomPrompt="1"/>
          </p:nvPr>
        </p:nvSpPr>
        <p:spPr bwMode="gray">
          <a:xfrm>
            <a:off x="8543875" y="1772388"/>
            <a:ext cx="3240000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AE29D70-4111-4CD2-A907-00B25AFFDEA5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794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65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257">
          <p15:clr>
            <a:srgbClr val="A4A3A4"/>
          </p15:clr>
        </p15:guide>
        <p15:guide id="6" pos="7423">
          <p15:clr>
            <a:srgbClr val="F26B43"/>
          </p15:clr>
        </p15:guide>
        <p15:guide id="7" orient="horz" pos="1117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pos="2706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07EB9DCC-A87F-E5F8-747D-4B3518DB8B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564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07EB9DCC-A87F-E5F8-747D-4B3518DB8B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15" name="Pill">
            <a:extLst>
              <a:ext uri="{FF2B5EF4-FFF2-40B4-BE49-F238E27FC236}">
                <a16:creationId xmlns:a16="http://schemas.microsoft.com/office/drawing/2014/main" id="{81E7D753-B737-CA3A-83FF-BCF0157C4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6F3E94A-CFFE-84E0-3DAF-050B8F4F3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BF9348A-53B2-55D9-D553-B1D771B3D73E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056025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5D3322A-38DF-0D56-6F80-66D59465B7D1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4799856" y="1772816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B33224D-BFA5-7684-C3BF-A422E774B238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8544272" y="1772388"/>
            <a:ext cx="3239775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D919E8-02AC-4908-89DD-112D4D548AFC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86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6">
          <p15:clr>
            <a:srgbClr val="F26B43"/>
          </p15:clr>
        </p15:guide>
        <p15:guide id="2" pos="3024">
          <p15:clr>
            <a:srgbClr val="F26B43"/>
          </p15:clr>
        </p15:guide>
        <p15:guide id="3" pos="5065">
          <p15:clr>
            <a:srgbClr val="F26B43"/>
          </p15:clr>
        </p15:guide>
        <p15:guide id="4" pos="5382">
          <p15:clr>
            <a:srgbClr val="F26B43"/>
          </p15:clr>
        </p15:guide>
        <p15:guide id="5" pos="742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  <p15:guide id="10" orient="horz" pos="323" userDrawn="1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EAE858-7D83-1246-D5F5-645F93DD8F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411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EAE858-7D83-1246-D5F5-645F93DD8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676"/>
            <a:ext cx="5111750" cy="1080000"/>
          </a:xfrm>
        </p:spPr>
        <p:txBody>
          <a:bodyPr vert="horz"/>
          <a:lstStyle>
            <a:lvl1pPr>
              <a:tabLst>
                <a:tab pos="981075" algn="l"/>
              </a:tabLst>
              <a:defRPr sz="3400"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37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8C1DE1A5-B04A-ED93-AB14-36D90A894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2" name="Bildkontrast">
            <a:extLst>
              <a:ext uri="{FF2B5EF4-FFF2-40B4-BE49-F238E27FC236}">
                <a16:creationId xmlns:a16="http://schemas.microsoft.com/office/drawing/2014/main" id="{DF82BC46-76C1-F13C-BA0F-B54D6BD47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F9BAEB-3E19-4ECF-83E5-EF012BAFDFC5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48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03">
          <p15:clr>
            <a:srgbClr val="F26B43"/>
          </p15:clr>
        </p15:guide>
        <p15:guide id="4" pos="3885">
          <p15:clr>
            <a:srgbClr val="F26B43"/>
          </p15:clr>
        </p15:guide>
        <p15:guide id="5" pos="665">
          <p15:clr>
            <a:srgbClr val="F26B43"/>
          </p15:clr>
        </p15:guide>
        <p15:guide id="6" pos="257">
          <p15:clr>
            <a:srgbClr val="A4A3A4"/>
          </p15:clr>
        </p15:guide>
        <p15:guide id="7" orient="horz" pos="323" userDrawn="1">
          <p15:clr>
            <a:srgbClr val="F26B43"/>
          </p15:clr>
        </p15:guide>
        <p15:guide id="8" orient="horz" pos="1117">
          <p15:clr>
            <a:srgbClr val="F26B43"/>
          </p15:clr>
        </p15:guide>
        <p15:guide id="9" orient="horz" pos="3883">
          <p15:clr>
            <a:srgbClr val="F26B43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>
            <a:extLst>
              <a:ext uri="{FF2B5EF4-FFF2-40B4-BE49-F238E27FC236}">
                <a16:creationId xmlns:a16="http://schemas.microsoft.com/office/drawing/2014/main" id="{7B499CE7-FD2B-27EA-F467-D09D7287B0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8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>
                        <a:extLst>
                          <a:ext uri="{FF2B5EF4-FFF2-40B4-BE49-F238E27FC236}">
                            <a16:creationId xmlns:a16="http://schemas.microsoft.com/office/drawing/2014/main" id="{7B499CE7-FD2B-27EA-F467-D09D7287B0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5066E457-A55B-A414-2582-D3B3C9977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ll">
            <a:extLst>
              <a:ext uri="{FF2B5EF4-FFF2-40B4-BE49-F238E27FC236}">
                <a16:creationId xmlns:a16="http://schemas.microsoft.com/office/drawing/2014/main" id="{62D33F38-F373-2BC2-BF2E-F352055CD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9" name="Pill">
            <a:extLst>
              <a:ext uri="{FF2B5EF4-FFF2-40B4-BE49-F238E27FC236}">
                <a16:creationId xmlns:a16="http://schemas.microsoft.com/office/drawing/2014/main" id="{A8DABEAB-EF89-8EF5-5E32-0F3EE155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1055689" y="512796"/>
            <a:ext cx="5111750" cy="1080000"/>
          </a:xfrm>
        </p:spPr>
        <p:txBody>
          <a:bodyPr vert="horz"/>
          <a:lstStyle>
            <a:lvl1pPr>
              <a:tabLst>
                <a:tab pos="1973263" algn="l"/>
              </a:tabLs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a maximum two-line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1056001" y="1772388"/>
            <a:ext cx="5111454" cy="4392612"/>
          </a:xfrm>
          <a:prstGeom prst="rect">
            <a:avLst/>
          </a:prstGeo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DC2D9A4-1CC4-B1B6-FEB6-6A846479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55763AF0-5E30-A5B1-66E8-7423EFD6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8CE09315-8CA6-25EE-10AD-C862A986A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752976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0A95584F-82B1-B519-4C34-3052DED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5CF6B0-EA7D-47D6-8CE1-29D2B02F05A3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7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885">
          <p15:clr>
            <a:srgbClr val="F26B43"/>
          </p15:clr>
        </p15:guide>
        <p15:guide id="5" pos="4203">
          <p15:clr>
            <a:srgbClr val="F26B43"/>
          </p15:clr>
        </p15:guide>
        <p15:guide id="6" pos="665">
          <p15:clr>
            <a:srgbClr val="F26B43"/>
          </p15:clr>
        </p15:guide>
        <p15:guide id="7" pos="257">
          <p15:clr>
            <a:srgbClr val="A4A3A4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FBDD7BE-F636-39CC-30B8-30054345D7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73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DD7BE-F636-39CC-30B8-30054345D7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C192E0D-DE58-4606-A78A-33A4683AEBDD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13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C3066B1-77F4-F1FD-CE8E-7FCDC086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266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3066B1-77F4-F1FD-CE8E-7FCDC086392A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ll">
            <a:extLst>
              <a:ext uri="{FF2B5EF4-FFF2-40B4-BE49-F238E27FC236}">
                <a16:creationId xmlns:a16="http://schemas.microsoft.com/office/drawing/2014/main" id="{1A600FCA-A019-150E-D8EC-3F5D55E8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7" name="Pill">
            <a:extLst>
              <a:ext uri="{FF2B5EF4-FFF2-40B4-BE49-F238E27FC236}">
                <a16:creationId xmlns:a16="http://schemas.microsoft.com/office/drawing/2014/main" id="{F73F360A-1697-9F18-4A08-4AB1920B3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C16972-2E76-4ED4-B55F-0EF541040E6C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63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423">
          <p15:clr>
            <a:srgbClr val="F26B43"/>
          </p15:clr>
        </p15:guide>
        <p15:guide id="3" pos="665">
          <p15:clr>
            <a:srgbClr val="F26B43"/>
          </p15:clr>
        </p15:guide>
        <p15:guide id="4" pos="257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2FBFCFB-A9AA-A84A-7D9C-B31CA5FCDC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02081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FBFCFB-A9AA-A84A-7D9C-B31CA5FCD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75BD02BA-3135-ABF6-C2CA-BDC4C15FC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12" name="Bildkontrast">
            <a:extLst>
              <a:ext uri="{FF2B5EF4-FFF2-40B4-BE49-F238E27FC236}">
                <a16:creationId xmlns:a16="http://schemas.microsoft.com/office/drawing/2014/main" id="{E0A85DBA-4C45-C312-2E67-3B22B7C61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25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BCA9726-4623-39C2-ACEC-2ED9D720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850F0EC-87EA-53D9-7DD0-6C5A4C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8E0518-32F6-7903-1F76-43480DB649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C78BF6-93CB-4652-B099-24B9654BC578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96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665">
          <p15:clr>
            <a:srgbClr val="F26B43"/>
          </p15:clr>
        </p15:guide>
        <p15:guide id="5" orient="horz" pos="323" userDrawn="1">
          <p15:clr>
            <a:srgbClr val="F26B43"/>
          </p15:clr>
        </p15:guide>
        <p15:guide id="6" pos="7423">
          <p15:clr>
            <a:srgbClr val="A4A3A4"/>
          </p15:clr>
        </p15:guide>
        <p15:guide id="7" pos="257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D7FBAF0-31B3-3178-3418-830251BBF1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535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7FBAF0-31B3-3178-3418-830251BBF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E351952E-1586-EFD7-6DF7-9AFD1741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Add  Picture</a:t>
            </a:r>
          </a:p>
          <a:p>
            <a:pPr lvl="8"/>
            <a:endParaRPr lang="en-GB" dirty="0"/>
          </a:p>
        </p:txBody>
      </p:sp>
      <p:sp>
        <p:nvSpPr>
          <p:cNvPr id="13" name="Bildkontrast">
            <a:extLst>
              <a:ext uri="{FF2B5EF4-FFF2-40B4-BE49-F238E27FC236}">
                <a16:creationId xmlns:a16="http://schemas.microsoft.com/office/drawing/2014/main" id="{6C5587DE-1BB4-FEC4-51C5-6BCDD26BA0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CAB8B82F-418E-0DA5-6388-1514CF995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ll_TextPH">
            <a:extLst>
              <a:ext uri="{FF2B5EF4-FFF2-40B4-BE49-F238E27FC236}">
                <a16:creationId xmlns:a16="http://schemas.microsoft.com/office/drawing/2014/main" id="{78945607-C7CC-6448-E3FB-442C0A19F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C7557111-B1A9-101D-9318-C0C8B99CA2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5650" y="1773975"/>
            <a:ext cx="7920000" cy="4391025"/>
          </a:xfrm>
        </p:spPr>
        <p:txBody>
          <a:bodyPr anchor="ctr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a sentence or quote.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F31ABD-5520-400E-8A73-C5477C5CE670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34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654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  <p15:guide id="7" orient="horz" pos="323" userDrawn="1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8FF6DB8-1B48-300B-FAA1-7D566E0A1F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737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FF6DB8-1B48-300B-FAA1-7D566E0A1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1C2388F7-C332-2E8F-20A9-9D4FE63ED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AE30FB6A-A54C-85E6-CCAA-86F1BB44E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020D6E7B-4B01-8327-B4BB-840F2198B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B4F86BE9-F3A2-2AC9-D486-8317E6831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12" name="Inhaltsplatzhalter 15">
            <a:extLst>
              <a:ext uri="{FF2B5EF4-FFF2-40B4-BE49-F238E27FC236}">
                <a16:creationId xmlns:a16="http://schemas.microsoft.com/office/drawing/2014/main" id="{72745784-6FC3-9DBD-BFD8-44C14446FB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tx2"/>
          </a:solidFill>
        </p:spPr>
        <p:txBody>
          <a:bodyPr lIns="216000" tIns="216000" rIns="216000"/>
          <a:lstStyle>
            <a:lvl1pPr>
              <a:buClrTx/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4BE1F3-A87D-4994-818F-83C254C01D01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790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A4A3A4"/>
          </p15:clr>
        </p15:guide>
        <p15:guide id="5" orient="horz" pos="323" userDrawn="1">
          <p15:clr>
            <a:srgbClr val="F26B43"/>
          </p15:clr>
        </p15:guide>
        <p15:guide id="6" orient="horz" pos="1117">
          <p15:clr>
            <a:srgbClr val="F26B43"/>
          </p15:clr>
        </p15:guide>
        <p15:guide id="7" orient="horz" pos="3883">
          <p15:clr>
            <a:srgbClr val="F26B43"/>
          </p15:clr>
        </p15:guide>
        <p15:guide id="8" pos="4611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car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9B3D245-2CEA-9AA1-6FCF-D4FBEFA5A0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5053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B3D245-2CEA-9AA1-6FCF-D4FBEFA5A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Bildplatzhalter 9">
            <a:extLst>
              <a:ext uri="{FF2B5EF4-FFF2-40B4-BE49-F238E27FC236}">
                <a16:creationId xmlns:a16="http://schemas.microsoft.com/office/drawing/2014/main" id="{9C15206D-9AF7-8060-6A49-DF17333E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Add  Picture</a:t>
            </a:r>
          </a:p>
          <a:p>
            <a:pPr lvl="8"/>
            <a:endParaRPr lang="en-GB" dirty="0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2209CCB1-5813-6601-5750-4C67A94500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small_TextPH">
            <a:extLst>
              <a:ext uri="{FF2B5EF4-FFF2-40B4-BE49-F238E27FC236}">
                <a16:creationId xmlns:a16="http://schemas.microsoft.com/office/drawing/2014/main" id="{926F034F-E817-5B36-135F-E64D51D97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ll_TextPH">
            <a:extLst>
              <a:ext uri="{FF2B5EF4-FFF2-40B4-BE49-F238E27FC236}">
                <a16:creationId xmlns:a16="http://schemas.microsoft.com/office/drawing/2014/main" id="{342DB53C-383B-5FDD-132E-21C49D902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22EE31-1ADF-E57C-A107-DD1EBCE51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Add a maximum two-line title</a:t>
            </a:r>
            <a:endParaRPr lang="en-GB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1EE43ED3-0051-9C76-C030-0F05D83AD00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320000" y="1773000"/>
            <a:ext cx="4032000" cy="4392000"/>
          </a:xfrm>
          <a:prstGeom prst="roundRect">
            <a:avLst>
              <a:gd name="adj" fmla="val 2835"/>
            </a:avLst>
          </a:prstGeom>
          <a:solidFill>
            <a:schemeClr val="bg1"/>
          </a:solidFill>
        </p:spPr>
        <p:txBody>
          <a:bodyPr lIns="216000" tIns="216000" rIns="216000"/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FCCB1B-EEB0-4A82-902C-CC8FB08D245F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30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151">
          <p15:clr>
            <a:srgbClr val="F26B43"/>
          </p15:clr>
        </p15:guide>
        <p15:guide id="4" pos="4611">
          <p15:clr>
            <a:srgbClr val="F26B43"/>
          </p15:clr>
        </p15:guide>
        <p15:guide id="5" pos="7423">
          <p15:clr>
            <a:srgbClr val="A4A3A4"/>
          </p15:clr>
        </p15:guide>
        <p15:guide id="6" pos="257">
          <p15:clr>
            <a:srgbClr val="A4A3A4"/>
          </p15:clr>
        </p15:guide>
        <p15:guide id="7" pos="665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orient="horz" pos="1117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4A2E033-2A48-4869-3792-E33CD44E9C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258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A2E033-2A48-4869-3792-E33CD44E9C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E0F43B14-2D94-B7D9-2480-0CD5082176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Add a powerful message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C91A2E-4FA7-42DF-8A3D-E5B0B54B7948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403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orient="horz" pos="3883">
          <p15:clr>
            <a:srgbClr val="F26B43"/>
          </p15:clr>
        </p15:guide>
        <p15:guide id="3" pos="257">
          <p15:clr>
            <a:srgbClr val="F26B43"/>
          </p15:clr>
        </p15:guide>
        <p15:guide id="4" pos="7423">
          <p15:clr>
            <a:srgbClr val="F26B43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F3A7955-C22B-5737-58FA-E5D7B93A5A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95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3A7955-C22B-5737-58FA-E5D7B93A5A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4CBDEEB2-75FC-B928-E2AF-8F3F8CC263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32CD0E68-9BA8-CD6A-51AC-AE3A79583D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Add a powerful message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BA85C3-EF45-40DD-9881-1FAAE1C7252F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555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BA8DB1F-6471-6952-7D09-B15FFBD56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153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A8DB1F-6471-6952-7D09-B15FFBD56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3">
            <a:extLst>
              <a:ext uri="{FF2B5EF4-FFF2-40B4-BE49-F238E27FC236}">
                <a16:creationId xmlns:a16="http://schemas.microsoft.com/office/drawing/2014/main" id="{63CBC123-F43D-EEAD-7118-63305B582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 dirty="0"/>
              <a:t>Add  Picture</a:t>
            </a:r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F75D921E-2F6A-AA9B-D8DD-AF995FD4C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Logo">
            <a:extLst>
              <a:ext uri="{FF2B5EF4-FFF2-40B4-BE49-F238E27FC236}">
                <a16:creationId xmlns:a16="http://schemas.microsoft.com/office/drawing/2014/main" id="{E4C728A9-E5D0-E33B-F722-A7A517765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4295C1C6-C01D-8D3A-0B8E-2991E94B5E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tx2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tx2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Add a powerful message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052296-389A-4A92-91D0-E6EAC0717912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89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pos="257">
          <p15:clr>
            <a:srgbClr val="F26B43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im and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6059C98-A821-13CA-1AE8-F94496123A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4750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059C98-A821-13CA-1AE8-F94496123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9">
            <a:extLst>
              <a:ext uri="{FF2B5EF4-FFF2-40B4-BE49-F238E27FC236}">
                <a16:creationId xmlns:a16="http://schemas.microsoft.com/office/drawing/2014/main" id="{20B3EFEC-5DFD-F347-007B-8612027C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 dirty="0"/>
              <a:t>Add  Picture</a:t>
            </a:r>
          </a:p>
          <a:p>
            <a:pPr lvl="8"/>
            <a:endParaRPr lang="en-GB" dirty="0"/>
          </a:p>
        </p:txBody>
      </p:sp>
      <p:sp>
        <p:nvSpPr>
          <p:cNvPr id="10" name="Bildkontrast">
            <a:extLst>
              <a:ext uri="{FF2B5EF4-FFF2-40B4-BE49-F238E27FC236}">
                <a16:creationId xmlns:a16="http://schemas.microsoft.com/office/drawing/2014/main" id="{5DD4BD8A-7FB0-3DE5-1569-DEBDA08136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3717000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0" y="6414338"/>
            <a:ext cx="532800" cy="208800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78021E0-1341-2E63-F4B7-7F376E56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ll_TextPH">
            <a:extLst>
              <a:ext uri="{FF2B5EF4-FFF2-40B4-BE49-F238E27FC236}">
                <a16:creationId xmlns:a16="http://schemas.microsoft.com/office/drawing/2014/main" id="{C5623078-745F-DB2B-4116-8DE5BDB26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407988" y="613857"/>
            <a:ext cx="432000" cy="194400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82EEFDCD-E360-6A59-4D0D-A5E3B85A39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08000" y="621000"/>
            <a:ext cx="11376012" cy="55448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1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2pPr>
            <a:lvl3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3pPr>
            <a:lvl4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>
                <a:solidFill>
                  <a:schemeClr val="bg1"/>
                </a:solidFill>
              </a:defRPr>
            </a:lvl4pPr>
            <a:lvl5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de-DE" sz="4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6pPr>
            <a:lvl7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7pPr>
            <a:lvl8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8pPr>
            <a:lvl9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Add a powerful message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D8C9F0-8D5E-43DD-B134-2A3229DE90E6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514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117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257">
          <p15:clr>
            <a:srgbClr val="F26B43"/>
          </p15:clr>
        </p15:guide>
        <p15:guide id="5" pos="7423">
          <p15:clr>
            <a:srgbClr val="F26B43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 dirty="0"/>
              <a:t>Title of the presentation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4A9EE01-C724-4AFA-914D-16C3EE01EA3E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343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4" orient="horz" pos="3883">
          <p15:clr>
            <a:srgbClr val="F26B43"/>
          </p15:clr>
        </p15:guide>
        <p15:guide id="5" pos="74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lauf">
            <a:extLst>
              <a:ext uri="{FF2B5EF4-FFF2-40B4-BE49-F238E27FC236}">
                <a16:creationId xmlns:a16="http://schemas.microsoft.com/office/drawing/2014/main" id="{D20B09AF-858C-FD21-E0D5-D75B184C7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9F1461C9-A40F-F091-2E1B-93C5C9A2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gray">
          <a:xfrm>
            <a:off x="11322000" y="6414338"/>
            <a:ext cx="532705" cy="210187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E08207D5-01ED-BC36-1620-025F76780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0" name="Pill">
            <a:extLst>
              <a:ext uri="{FF2B5EF4-FFF2-40B4-BE49-F238E27FC236}">
                <a16:creationId xmlns:a16="http://schemas.microsoft.com/office/drawing/2014/main" id="{BE3E8EC2-95A7-7C41-9349-0E27C12B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FA55BC1-CD7C-4AF8-B5F2-125A20EBAF6B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250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257">
          <p15:clr>
            <a:srgbClr val="A4A3A4"/>
          </p15:clr>
        </p15:guide>
        <p15:guide id="3" pos="665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883">
          <p15:clr>
            <a:srgbClr val="F26B43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9556C5-8B8C-691F-27C1-C0386C45AD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9406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9556C5-8B8C-691F-27C1-C0386C45A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Logo">
            <a:extLst>
              <a:ext uri="{FF2B5EF4-FFF2-40B4-BE49-F238E27FC236}">
                <a16:creationId xmlns:a16="http://schemas.microsoft.com/office/drawing/2014/main" id="{6E8DF580-9E85-A863-0BF3-258D45166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8" name="Pill">
            <a:extLst>
              <a:ext uri="{FF2B5EF4-FFF2-40B4-BE49-F238E27FC236}">
                <a16:creationId xmlns:a16="http://schemas.microsoft.com/office/drawing/2014/main" id="{9D1502B7-3F24-3C3F-49CD-A47584DD3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6155900" y="6481979"/>
            <a:ext cx="216000" cy="98743"/>
          </a:xfrm>
          <a:prstGeom prst="rect">
            <a:avLst/>
          </a:prstGeom>
        </p:spPr>
      </p:pic>
      <p:pic>
        <p:nvPicPr>
          <p:cNvPr id="13" name="Pill">
            <a:extLst>
              <a:ext uri="{FF2B5EF4-FFF2-40B4-BE49-F238E27FC236}">
                <a16:creationId xmlns:a16="http://schemas.microsoft.com/office/drawing/2014/main" id="{13F1208E-2CF2-8CF2-7AE6-9167FBF68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CA3DB1B4-53DC-A4EA-7ADC-8B8505FE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000" y="2421000"/>
            <a:ext cx="8424000" cy="3744000"/>
          </a:xfrm>
        </p:spPr>
        <p:txBody>
          <a:bodyPr vert="horz"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BA7697A-85F2-4C59-6F4E-C59772072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99687" y="4797850"/>
            <a:ext cx="1584000" cy="1368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Add company name and address</a:t>
            </a:r>
            <a:endParaRPr lang="en-GB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7" y="6453000"/>
            <a:ext cx="4824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 presentation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D16523-8C7E-4FD6-A47A-6AF54996CCF1}" type="datetime1">
              <a:rPr lang="en-GB" smtClean="0"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48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425">
          <p15:clr>
            <a:srgbClr val="A4A3A4"/>
          </p15:clr>
        </p15:guide>
        <p15:guide id="2" orient="horz" pos="1525">
          <p15:clr>
            <a:srgbClr val="F26B43"/>
          </p15:clr>
        </p15:guide>
        <p15:guide id="7" pos="5972">
          <p15:clr>
            <a:srgbClr val="F26B43"/>
          </p15:clr>
        </p15:guide>
        <p15:guide id="9" pos="665">
          <p15:clr>
            <a:srgbClr val="F26B43"/>
          </p15:clr>
        </p15:guide>
        <p15:guide id="10" orient="horz" pos="3883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5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5955A8-1D7E-8F99-DA1F-1A333B86FD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196988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8" imgW="306" imgH="306" progId="TCLayout.ActiveDocument.1">
                  <p:embed/>
                </p:oleObj>
              </mc:Choice>
              <mc:Fallback>
                <p:oleObj name="think-cell Folie" r:id="rId3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955A8-1D7E-8F99-DA1F-1A333B86F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2F7C704-568E-9258-6507-771D1CBCA90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Add Slide 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925AB6-2AC2-A545-61BB-3D2C55D53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r>
              <a:rPr lang="en-GB"/>
              <a:t>Title of the presentation</a:t>
            </a:r>
            <a:endParaRPr lang="en-GB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70DD1DA-905E-8295-8AD4-DEDBD0DCA27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6492124" y="6453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BE8EF8C3-22E2-437E-B9D3-BA5071D4D14C}" type="datetime1">
              <a:rPr lang="en-GB" smtClean="0"/>
              <a:t>05/01/2026</a:t>
            </a:fld>
            <a:endParaRPr lang="en-GB" dirty="0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93598C3B-3995-3E01-D555-DCBE2E69A493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 bwMode="gray">
          <a:xfrm>
            <a:off x="11323295" y="6414338"/>
            <a:ext cx="532705" cy="210187"/>
          </a:xfrm>
          <a:prstGeom prst="rect">
            <a:avLst/>
          </a:prstGeom>
        </p:spPr>
      </p:pic>
      <p:pic>
        <p:nvPicPr>
          <p:cNvPr id="12" name="Pill">
            <a:extLst>
              <a:ext uri="{FF2B5EF4-FFF2-40B4-BE49-F238E27FC236}">
                <a16:creationId xmlns:a16="http://schemas.microsoft.com/office/drawing/2014/main" id="{E509A8B5-7344-9FB9-348F-0CFE4DF8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 bwMode="gray">
          <a:xfrm>
            <a:off x="407988" y="613857"/>
            <a:ext cx="432000" cy="197485"/>
          </a:xfrm>
          <a:prstGeom prst="rect">
            <a:avLst/>
          </a:prstGeom>
        </p:spPr>
      </p:pic>
      <p:pic>
        <p:nvPicPr>
          <p:cNvPr id="13" name="Pill_small">
            <a:extLst>
              <a:ext uri="{FF2B5EF4-FFF2-40B4-BE49-F238E27FC236}">
                <a16:creationId xmlns:a16="http://schemas.microsoft.com/office/drawing/2014/main" id="{6CB99083-7A1F-1E8F-BB3B-52EEF2B8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 bwMode="gray">
          <a:xfrm>
            <a:off x="6154406" y="6475629"/>
            <a:ext cx="216000" cy="98743"/>
          </a:xfrm>
          <a:prstGeom prst="rect">
            <a:avLst/>
          </a:prstGeom>
        </p:spPr>
      </p:pic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B12BF23E-B765-D752-12DC-FDFBF09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8000" y="64530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F2D4CAB8-B091-4116-BA82-0A812210E0F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50D2256-DEC5-4569-6453-E08666E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999" y="1772999"/>
            <a:ext cx="10728013" cy="4391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4881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6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Font typeface="Symbol" panose="05050102010706020507" pitchFamily="18" charset="2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0.png"/><Relationship Id="rId21" Type="http://schemas.openxmlformats.org/officeDocument/2006/relationships/image" Target="../media/image35.svg"/><Relationship Id="rId42" Type="http://schemas.openxmlformats.org/officeDocument/2006/relationships/image" Target="../media/image56.png"/><Relationship Id="rId47" Type="http://schemas.openxmlformats.org/officeDocument/2006/relationships/image" Target="../media/image61.svg"/><Relationship Id="rId63" Type="http://schemas.openxmlformats.org/officeDocument/2006/relationships/image" Target="../media/image77.svg"/><Relationship Id="rId68" Type="http://schemas.openxmlformats.org/officeDocument/2006/relationships/image" Target="../media/image81.png"/><Relationship Id="rId16" Type="http://schemas.openxmlformats.org/officeDocument/2006/relationships/image" Target="../media/image3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svg"/><Relationship Id="rId40" Type="http://schemas.openxmlformats.org/officeDocument/2006/relationships/image" Target="../media/image54.png"/><Relationship Id="rId45" Type="http://schemas.openxmlformats.org/officeDocument/2006/relationships/image" Target="../media/image59.svg"/><Relationship Id="rId53" Type="http://schemas.openxmlformats.org/officeDocument/2006/relationships/image" Target="../media/image67.svg"/><Relationship Id="rId58" Type="http://schemas.openxmlformats.org/officeDocument/2006/relationships/image" Target="../media/image72.png"/><Relationship Id="rId66" Type="http://schemas.openxmlformats.org/officeDocument/2006/relationships/image" Target="../media/image16.png"/><Relationship Id="rId74" Type="http://schemas.openxmlformats.org/officeDocument/2006/relationships/image" Target="../media/image87.png"/><Relationship Id="rId5" Type="http://schemas.openxmlformats.org/officeDocument/2006/relationships/image" Target="../media/image14.png"/><Relationship Id="rId61" Type="http://schemas.openxmlformats.org/officeDocument/2006/relationships/image" Target="../media/image75.svg"/><Relationship Id="rId19" Type="http://schemas.openxmlformats.org/officeDocument/2006/relationships/image" Target="../media/image3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svg"/><Relationship Id="rId30" Type="http://schemas.openxmlformats.org/officeDocument/2006/relationships/image" Target="../media/image44.png"/><Relationship Id="rId35" Type="http://schemas.openxmlformats.org/officeDocument/2006/relationships/image" Target="../media/image49.svg"/><Relationship Id="rId43" Type="http://schemas.openxmlformats.org/officeDocument/2006/relationships/image" Target="../media/image57.svg"/><Relationship Id="rId48" Type="http://schemas.openxmlformats.org/officeDocument/2006/relationships/image" Target="../media/image62.png"/><Relationship Id="rId56" Type="http://schemas.openxmlformats.org/officeDocument/2006/relationships/image" Target="../media/image70.png"/><Relationship Id="rId64" Type="http://schemas.openxmlformats.org/officeDocument/2006/relationships/image" Target="../media/image78.png"/><Relationship Id="rId69" Type="http://schemas.openxmlformats.org/officeDocument/2006/relationships/image" Target="../media/image82.png"/><Relationship Id="rId77" Type="http://schemas.openxmlformats.org/officeDocument/2006/relationships/image" Target="../media/image89.png"/><Relationship Id="rId8" Type="http://schemas.openxmlformats.org/officeDocument/2006/relationships/image" Target="../media/image22.png"/><Relationship Id="rId51" Type="http://schemas.openxmlformats.org/officeDocument/2006/relationships/image" Target="../media/image65.svg"/><Relationship Id="rId72" Type="http://schemas.openxmlformats.org/officeDocument/2006/relationships/image" Target="../media/image85.png"/><Relationship Id="rId3" Type="http://schemas.openxmlformats.org/officeDocument/2006/relationships/oleObject" Target="../embeddings/oleObject32.bin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33" Type="http://schemas.openxmlformats.org/officeDocument/2006/relationships/image" Target="../media/image47.svg"/><Relationship Id="rId38" Type="http://schemas.openxmlformats.org/officeDocument/2006/relationships/image" Target="../media/image52.png"/><Relationship Id="rId46" Type="http://schemas.openxmlformats.org/officeDocument/2006/relationships/image" Target="../media/image60.png"/><Relationship Id="rId59" Type="http://schemas.openxmlformats.org/officeDocument/2006/relationships/image" Target="../media/image73.svg"/><Relationship Id="rId67" Type="http://schemas.openxmlformats.org/officeDocument/2006/relationships/image" Target="../media/image80.png"/><Relationship Id="rId20" Type="http://schemas.openxmlformats.org/officeDocument/2006/relationships/image" Target="../media/image34.png"/><Relationship Id="rId41" Type="http://schemas.openxmlformats.org/officeDocument/2006/relationships/image" Target="../media/image55.svg"/><Relationship Id="rId54" Type="http://schemas.openxmlformats.org/officeDocument/2006/relationships/image" Target="../media/image68.png"/><Relationship Id="rId62" Type="http://schemas.openxmlformats.org/officeDocument/2006/relationships/image" Target="../media/image76.png"/><Relationship Id="rId70" Type="http://schemas.openxmlformats.org/officeDocument/2006/relationships/image" Target="../media/image83.png"/><Relationship Id="rId75" Type="http://schemas.openxmlformats.org/officeDocument/2006/relationships/image" Target="../media/image20.png"/><Relationship Id="rId1" Type="http://schemas.openxmlformats.org/officeDocument/2006/relationships/tags" Target="../tags/tag34.xml"/><Relationship Id="rId6" Type="http://schemas.openxmlformats.org/officeDocument/2006/relationships/image" Target="../media/image15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49" Type="http://schemas.openxmlformats.org/officeDocument/2006/relationships/image" Target="../media/image63.svg"/><Relationship Id="rId57" Type="http://schemas.openxmlformats.org/officeDocument/2006/relationships/image" Target="../media/image71.svg"/><Relationship Id="rId10" Type="http://schemas.openxmlformats.org/officeDocument/2006/relationships/image" Target="../media/image24.png"/><Relationship Id="rId31" Type="http://schemas.openxmlformats.org/officeDocument/2006/relationships/image" Target="../media/image45.svg"/><Relationship Id="rId44" Type="http://schemas.openxmlformats.org/officeDocument/2006/relationships/image" Target="../media/image58.png"/><Relationship Id="rId52" Type="http://schemas.openxmlformats.org/officeDocument/2006/relationships/image" Target="../media/image66.png"/><Relationship Id="rId60" Type="http://schemas.openxmlformats.org/officeDocument/2006/relationships/image" Target="../media/image74.png"/><Relationship Id="rId65" Type="http://schemas.openxmlformats.org/officeDocument/2006/relationships/image" Target="../media/image79.svg"/><Relationship Id="rId73" Type="http://schemas.openxmlformats.org/officeDocument/2006/relationships/image" Target="../media/image86.png"/><Relationship Id="rId78" Type="http://schemas.openxmlformats.org/officeDocument/2006/relationships/image" Target="../media/image90.svg"/><Relationship Id="rId4" Type="http://schemas.openxmlformats.org/officeDocument/2006/relationships/image" Target="../media/image1.emf"/><Relationship Id="rId9" Type="http://schemas.openxmlformats.org/officeDocument/2006/relationships/image" Target="../media/image23.sv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9" Type="http://schemas.openxmlformats.org/officeDocument/2006/relationships/image" Target="../media/image53.svg"/><Relationship Id="rId34" Type="http://schemas.openxmlformats.org/officeDocument/2006/relationships/image" Target="../media/image48.png"/><Relationship Id="rId50" Type="http://schemas.openxmlformats.org/officeDocument/2006/relationships/image" Target="../media/image64.png"/><Relationship Id="rId55" Type="http://schemas.openxmlformats.org/officeDocument/2006/relationships/image" Target="../media/image69.svg"/><Relationship Id="rId76" Type="http://schemas.openxmlformats.org/officeDocument/2006/relationships/image" Target="../media/image88.png"/><Relationship Id="rId7" Type="http://schemas.openxmlformats.org/officeDocument/2006/relationships/image" Target="../media/image21.png"/><Relationship Id="rId71" Type="http://schemas.openxmlformats.org/officeDocument/2006/relationships/image" Target="../media/image84.png"/><Relationship Id="rId2" Type="http://schemas.openxmlformats.org/officeDocument/2006/relationships/slideLayout" Target="../slideLayouts/slideLayout23.xml"/><Relationship Id="rId29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B8DB0-6A92-9E83-74F7-5947348F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6C01F2-E59F-70F8-496E-55A0B9394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FA13DB-ACC6-99FF-2906-8B7696181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CC90BE3-83ED-E722-4B6C-3EFB44A18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0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EDB42B8-5A74-7FE5-F22B-52B20C5F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793B4A6-7A51-51E6-59BA-7BBE4983D3A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6EB901-B837-FF0B-ECFB-7680931D01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E0EA80-3E5B-981D-C0D1-9451DCF521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Title of the presentation</a:t>
            </a:r>
            <a:endParaRPr lang="en-GB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022BD8E-B300-6307-9613-8537AFA38D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492124" y="6453000"/>
            <a:ext cx="720000" cy="144000"/>
          </a:xfrm>
        </p:spPr>
        <p:txBody>
          <a:bodyPr/>
          <a:lstStyle/>
          <a:p>
            <a:fld id="{91DC8993-8D2E-4DE0-9E9C-34605DBD02AA}" type="datetime1">
              <a:rPr lang="en-GB" smtClean="0"/>
              <a:pPr/>
              <a:t>05/01/2026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8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9DD60B-E3E2-7F54-8649-5A00D0348C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9DD60B-E3E2-7F54-8649-5A00D0348C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3FF8B4EF-773F-7C4B-6FE0-8FD89B30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512676"/>
            <a:ext cx="10728000" cy="1080000"/>
          </a:xfrm>
        </p:spPr>
        <p:txBody>
          <a:bodyPr vert="horz"/>
          <a:lstStyle/>
          <a:p>
            <a:r>
              <a:rPr lang="de-DE"/>
              <a:t>Copy elements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ECCB95-530A-7A77-D2A6-EFBBF333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000" y="6453000"/>
            <a:ext cx="360000" cy="144000"/>
          </a:xfrm>
        </p:spPr>
        <p:txBody>
          <a:bodyPr/>
          <a:lstStyle/>
          <a:p>
            <a:fld id="{8FF9B0DE-3FEB-4AA0-B465-B80EF7C1333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BC63A-7701-C04B-118F-245209A6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5687" y="6453000"/>
            <a:ext cx="4968000" cy="144000"/>
          </a:xfrm>
        </p:spPr>
        <p:txBody>
          <a:bodyPr/>
          <a:lstStyle/>
          <a:p>
            <a:r>
              <a:rPr lang="en-GB"/>
              <a:t>Title of the presentation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2C47D4-2579-F6F7-FCDC-9AF9A42A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2124" y="6453000"/>
            <a:ext cx="720000" cy="144000"/>
          </a:xfrm>
        </p:spPr>
        <p:txBody>
          <a:bodyPr/>
          <a:lstStyle/>
          <a:p>
            <a:fld id="{55D69402-55D2-4978-8FEF-E03CF4317873}" type="datetime1">
              <a:rPr lang="en-GB" smtClean="0"/>
              <a:pPr/>
              <a:t>05/01/2026</a:t>
            </a:fld>
            <a:endParaRPr lang="en-GB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BD287CA-F50C-7450-D67B-2419B35CAD79}"/>
              </a:ext>
            </a:extLst>
          </p:cNvPr>
          <p:cNvSpPr/>
          <p:nvPr/>
        </p:nvSpPr>
        <p:spPr bwMode="gray">
          <a:xfrm>
            <a:off x="1056000" y="1773238"/>
            <a:ext cx="936328" cy="4176000"/>
          </a:xfrm>
          <a:prstGeom prst="rect">
            <a:avLst/>
          </a:prstGeom>
          <a:solidFill>
            <a:srgbClr val="006EC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dirty="0" err="1">
              <a:solidFill>
                <a:schemeClr val="tx1"/>
              </a:solidFill>
            </a:endParaRPr>
          </a:p>
        </p:txBody>
      </p:sp>
      <p:pic>
        <p:nvPicPr>
          <p:cNvPr id="9" name="!!Arrow">
            <a:extLst>
              <a:ext uri="{FF2B5EF4-FFF2-40B4-BE49-F238E27FC236}">
                <a16:creationId xmlns:a16="http://schemas.microsoft.com/office/drawing/2014/main" id="{2CBAE38D-349E-D4B1-7B51-D02F13C2A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062" y="4941000"/>
            <a:ext cx="682205" cy="682205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31E8FBD-54E6-4FCD-1494-3C1C62F81469}"/>
              </a:ext>
            </a:extLst>
          </p:cNvPr>
          <p:cNvGrpSpPr/>
          <p:nvPr/>
        </p:nvGrpSpPr>
        <p:grpSpPr>
          <a:xfrm>
            <a:off x="1308164" y="2349000"/>
            <a:ext cx="432000" cy="432000"/>
            <a:chOff x="4752132" y="4680295"/>
            <a:chExt cx="432000" cy="432000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918AC29-66B8-71F5-DECB-71F1152F2537}"/>
                </a:ext>
              </a:extLst>
            </p:cNvPr>
            <p:cNvCxnSpPr>
              <a:cxnSpLocks/>
            </p:cNvCxnSpPr>
            <p:nvPr/>
          </p:nvCxnSpPr>
          <p:spPr>
            <a:xfrm>
              <a:off x="4752132" y="4896295"/>
              <a:ext cx="432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E1FDECB0-E9BD-7415-5CD6-882F918C4C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52132" y="4896295"/>
              <a:ext cx="432000" cy="0"/>
            </a:xfrm>
            <a:prstGeom prst="line">
              <a:avLst/>
            </a:prstGeom>
            <a:ln w="1270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4D04318-B603-E787-6F15-6BD3B337F2D0}"/>
              </a:ext>
            </a:extLst>
          </p:cNvPr>
          <p:cNvSpPr/>
          <p:nvPr/>
        </p:nvSpPr>
        <p:spPr bwMode="gray">
          <a:xfrm>
            <a:off x="4392092" y="4464223"/>
            <a:ext cx="1152128" cy="480053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dirty="0" err="1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7487A7B-1E7E-3B5B-4628-5105C877ED76}"/>
              </a:ext>
            </a:extLst>
          </p:cNvPr>
          <p:cNvSpPr/>
          <p:nvPr/>
        </p:nvSpPr>
        <p:spPr bwMode="gray">
          <a:xfrm>
            <a:off x="4224000" y="1773238"/>
            <a:ext cx="360000" cy="144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de-DE" sz="1200" dirty="0" err="1">
              <a:solidFill>
                <a:schemeClr val="tx1"/>
              </a:solidFill>
            </a:endParaRP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26D9F740-16CF-795E-8758-F9DF02A9DB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3080" y="1773240"/>
            <a:ext cx="504000" cy="474159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77E14B92-4EF8-2ED7-36CE-2F072CB438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601080" y="1848473"/>
            <a:ext cx="504000" cy="323689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0296F72-BBC0-FE3C-6F6D-165BF5384C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030474" y="2361200"/>
            <a:ext cx="349211" cy="474159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2F20276D-CFCD-46F2-5956-0D355C454A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700818" y="2361200"/>
            <a:ext cx="304524" cy="474159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36130F76-660E-4BB0-C4F5-5740F7BEDC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8029286" y="2949160"/>
            <a:ext cx="351587" cy="474159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749197F9-FF6A-C92E-B480-191383ED9A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623903" y="2949160"/>
            <a:ext cx="458353" cy="474159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A515356C-E16D-6CFF-6810-C36FA2A13F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7968000" y="3537120"/>
            <a:ext cx="474159" cy="474159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85CADA55-4745-6CED-46A8-6A129D4EB5B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8677286" y="3537120"/>
            <a:ext cx="351587" cy="474159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1E34735-90A5-EB3B-E3FC-C2E93111DF7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7953485" y="4125080"/>
            <a:ext cx="503189" cy="474159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A602860-32DA-38B7-EC50-C1A7A0B2E87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8601080" y="4146576"/>
            <a:ext cx="504000" cy="431167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6BA4BCC9-9F56-24FC-70D1-E36346C6F62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7953485" y="4713040"/>
            <a:ext cx="503189" cy="474159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E4B1FE31-41D7-71E7-AFA5-42D57E1BBCF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8609549" y="4713040"/>
            <a:ext cx="487061" cy="474159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735931EC-1F49-5C32-78DF-8C5B549C508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8055513" y="5301000"/>
            <a:ext cx="299133" cy="474159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19414CBD-C11F-046F-CCFE-A1CB134845E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8616000" y="5301000"/>
            <a:ext cx="474159" cy="474159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06561FBB-33F0-E865-B846-44573237F7F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9249386" y="1773000"/>
            <a:ext cx="503387" cy="474159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0304D68B-0B63-EC81-F1AA-DA41E54932B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9898860" y="1848233"/>
            <a:ext cx="500440" cy="323689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66B4E42E-36D3-012A-5537-D94619B5AF4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9326474" y="2362634"/>
            <a:ext cx="349211" cy="470811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B12F5AE6-40EE-D87E-80F7-15C4728587B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9996818" y="2362634"/>
            <a:ext cx="304524" cy="47081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5975324D-9DEE-E4FF-7A23-48FF7967601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9325286" y="2950562"/>
            <a:ext cx="351587" cy="470875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E88023AD-9FA8-BDD9-41CC-6655483E3AE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9919903" y="2949081"/>
            <a:ext cx="458353" cy="473837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DD2E940F-D7C7-0710-3D51-F4CAA6B7F7A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9264000" y="3536880"/>
            <a:ext cx="474159" cy="474159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C6CC20DA-DC2F-5A77-4B17-4317D597D1AB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9973286" y="3538522"/>
            <a:ext cx="351587" cy="470875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4967249E-4BDF-F14A-79F4-E5A70923A28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9249775" y="4124840"/>
            <a:ext cx="502608" cy="474159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6D9D08DE-727F-D8CF-FD54-1045525C6F3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9897804" y="4146336"/>
            <a:ext cx="502552" cy="431167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A4ADB78F-0515-9A07-D852-9E493B89B2C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9249775" y="4712800"/>
            <a:ext cx="502608" cy="474159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E0209E1E-EF0F-EA72-65ED-768B4498ED7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9905678" y="4712800"/>
            <a:ext cx="486803" cy="474159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FF25B6AB-A242-3D0A-3128-786FF3EAF207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9351513" y="5303467"/>
            <a:ext cx="299133" cy="468744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32A9245F-B16A-BC7C-52E9-332DCECC34C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9912000" y="5300760"/>
            <a:ext cx="474159" cy="474159"/>
          </a:xfrm>
          <a:prstGeom prst="rect">
            <a:avLst/>
          </a:prstGeom>
        </p:spPr>
      </p:pic>
      <p:pic>
        <p:nvPicPr>
          <p:cNvPr id="102" name="!!Arrow">
            <a:extLst>
              <a:ext uri="{FF2B5EF4-FFF2-40B4-BE49-F238E27FC236}">
                <a16:creationId xmlns:a16="http://schemas.microsoft.com/office/drawing/2014/main" id="{DC14F0E2-E56A-7ADE-8A83-8CADA1EEE366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1183062" y="3933000"/>
            <a:ext cx="682205" cy="682205"/>
          </a:xfrm>
          <a:prstGeom prst="rect">
            <a:avLst/>
          </a:prstGeom>
        </p:spPr>
      </p:pic>
      <p:sp>
        <p:nvSpPr>
          <p:cNvPr id="5" name="Textplatzhalter 8">
            <a:extLst>
              <a:ext uri="{FF2B5EF4-FFF2-40B4-BE49-F238E27FC236}">
                <a16:creationId xmlns:a16="http://schemas.microsoft.com/office/drawing/2014/main" id="{C81F1A80-2BE9-2CFE-DB77-80C369721844}"/>
              </a:ext>
            </a:extLst>
          </p:cNvPr>
          <p:cNvSpPr txBox="1">
            <a:spLocks/>
          </p:cNvSpPr>
          <p:nvPr/>
        </p:nvSpPr>
        <p:spPr>
          <a:xfrm>
            <a:off x="4728000" y="1773237"/>
            <a:ext cx="2880000" cy="43910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Tx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Fira Sans" panose="020B0503050000020004" pitchFamily="34" charset="0"/>
              <a:buChar char="&gt;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144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5869037-AAB4-F0C0-AF2E-5D0EDA71571A}"/>
              </a:ext>
            </a:extLst>
          </p:cNvPr>
          <p:cNvSpPr/>
          <p:nvPr/>
        </p:nvSpPr>
        <p:spPr>
          <a:xfrm>
            <a:off x="2064000" y="1773238"/>
            <a:ext cx="360000" cy="3960000"/>
          </a:xfrm>
          <a:prstGeom prst="rect">
            <a:avLst/>
          </a:prstGeom>
          <a:blipFill>
            <a:blip r:embed="rId6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F8E004A-0A2D-641E-29CE-78094202976B}"/>
              </a:ext>
            </a:extLst>
          </p:cNvPr>
          <p:cNvSpPr/>
          <p:nvPr/>
        </p:nvSpPr>
        <p:spPr>
          <a:xfrm>
            <a:off x="2496000" y="1773238"/>
            <a:ext cx="360000" cy="3960000"/>
          </a:xfrm>
          <a:prstGeom prst="rect">
            <a:avLst/>
          </a:prstGeom>
          <a:blipFill>
            <a:blip r:embed="rId67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81FA635-90F6-72D5-CFDE-310C8EF15D8E}"/>
              </a:ext>
            </a:extLst>
          </p:cNvPr>
          <p:cNvSpPr/>
          <p:nvPr/>
        </p:nvSpPr>
        <p:spPr>
          <a:xfrm>
            <a:off x="2928000" y="1773238"/>
            <a:ext cx="360000" cy="3960000"/>
          </a:xfrm>
          <a:prstGeom prst="rect">
            <a:avLst/>
          </a:prstGeom>
          <a:blipFill>
            <a:blip r:embed="rId68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EADA008-4560-3433-6AEF-5927247C030D}"/>
              </a:ext>
            </a:extLst>
          </p:cNvPr>
          <p:cNvSpPr/>
          <p:nvPr/>
        </p:nvSpPr>
        <p:spPr>
          <a:xfrm>
            <a:off x="3360000" y="1773238"/>
            <a:ext cx="360000" cy="3960000"/>
          </a:xfrm>
          <a:prstGeom prst="rect">
            <a:avLst/>
          </a:prstGeom>
          <a:blipFill>
            <a:blip r:embed="rId69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F10EB65-75C0-26A4-4D48-6A53716155F5}"/>
              </a:ext>
            </a:extLst>
          </p:cNvPr>
          <p:cNvSpPr/>
          <p:nvPr/>
        </p:nvSpPr>
        <p:spPr>
          <a:xfrm>
            <a:off x="3792000" y="1773238"/>
            <a:ext cx="360000" cy="3960000"/>
          </a:xfrm>
          <a:prstGeom prst="rect">
            <a:avLst/>
          </a:prstGeom>
          <a:blipFill>
            <a:blip r:embed="rId70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86A1E16-15D6-B0A3-871F-6E07E3023D65}"/>
              </a:ext>
            </a:extLst>
          </p:cNvPr>
          <p:cNvSpPr/>
          <p:nvPr/>
        </p:nvSpPr>
        <p:spPr>
          <a:xfrm>
            <a:off x="4224000" y="1773238"/>
            <a:ext cx="360000" cy="3960000"/>
          </a:xfrm>
          <a:prstGeom prst="rect">
            <a:avLst/>
          </a:prstGeom>
          <a:blipFill>
            <a:blip r:embed="rId71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D1408FC-4B1E-AB53-6860-211F3B8F1B38}"/>
              </a:ext>
            </a:extLst>
          </p:cNvPr>
          <p:cNvSpPr/>
          <p:nvPr/>
        </p:nvSpPr>
        <p:spPr>
          <a:xfrm>
            <a:off x="2064000" y="5805238"/>
            <a:ext cx="360000" cy="144000"/>
          </a:xfrm>
          <a:prstGeom prst="rect">
            <a:avLst/>
          </a:prstGeom>
          <a:blipFill>
            <a:blip r:embed="rId72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73DDEC6-DB05-5066-BAF5-7965B0252016}"/>
              </a:ext>
            </a:extLst>
          </p:cNvPr>
          <p:cNvSpPr/>
          <p:nvPr/>
        </p:nvSpPr>
        <p:spPr>
          <a:xfrm>
            <a:off x="2496000" y="5805238"/>
            <a:ext cx="360000" cy="144000"/>
          </a:xfrm>
          <a:prstGeom prst="rect">
            <a:avLst/>
          </a:prstGeom>
          <a:blipFill>
            <a:blip r:embed="rId73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7389DA0-CF48-6EC0-B8CB-EE6EF5020761}"/>
              </a:ext>
            </a:extLst>
          </p:cNvPr>
          <p:cNvSpPr/>
          <p:nvPr/>
        </p:nvSpPr>
        <p:spPr>
          <a:xfrm>
            <a:off x="2928000" y="5805238"/>
            <a:ext cx="360000" cy="144000"/>
          </a:xfrm>
          <a:prstGeom prst="rect">
            <a:avLst/>
          </a:prstGeom>
          <a:blipFill>
            <a:blip r:embed="rId74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6A2605-A692-4BC3-CD91-6C1A339990BD}"/>
              </a:ext>
            </a:extLst>
          </p:cNvPr>
          <p:cNvSpPr/>
          <p:nvPr/>
        </p:nvSpPr>
        <p:spPr>
          <a:xfrm>
            <a:off x="3360000" y="5805238"/>
            <a:ext cx="360000" cy="144000"/>
          </a:xfrm>
          <a:prstGeom prst="rect">
            <a:avLst/>
          </a:prstGeom>
          <a:blipFill>
            <a:blip r:embed="rId75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C4D7B96-A161-926A-3902-34A8B9A518B6}"/>
              </a:ext>
            </a:extLst>
          </p:cNvPr>
          <p:cNvSpPr/>
          <p:nvPr/>
        </p:nvSpPr>
        <p:spPr>
          <a:xfrm>
            <a:off x="3792000" y="5805238"/>
            <a:ext cx="360000" cy="144000"/>
          </a:xfrm>
          <a:prstGeom prst="rect">
            <a:avLst/>
          </a:prstGeom>
          <a:blipFill>
            <a:blip r:embed="rId7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8D5AB07-60FE-5B00-F07B-C826FE14E502}"/>
              </a:ext>
            </a:extLst>
          </p:cNvPr>
          <p:cNvSpPr/>
          <p:nvPr/>
        </p:nvSpPr>
        <p:spPr>
          <a:xfrm>
            <a:off x="4224000" y="5805238"/>
            <a:ext cx="360000" cy="144000"/>
          </a:xfrm>
          <a:prstGeom prst="rect">
            <a:avLst/>
          </a:pr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bg1"/>
              </a:buClr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24A244F-464B-1F96-F0DF-85F6D7C04831}"/>
              </a:ext>
            </a:extLst>
          </p:cNvPr>
          <p:cNvSpPr/>
          <p:nvPr/>
        </p:nvSpPr>
        <p:spPr>
          <a:xfrm>
            <a:off x="10703880" y="3069000"/>
            <a:ext cx="1080000" cy="1080000"/>
          </a:xfrm>
          <a:prstGeom prst="ellipse">
            <a:avLst/>
          </a:prstGeom>
          <a:solidFill>
            <a:srgbClr val="28DCA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200">
                <a:solidFill>
                  <a:schemeClr val="bg1"/>
                </a:solidFill>
              </a:rPr>
              <a:t>Text Stopper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041DAB7-C261-4967-C1D8-1EB890790259}"/>
              </a:ext>
            </a:extLst>
          </p:cNvPr>
          <p:cNvSpPr/>
          <p:nvPr/>
        </p:nvSpPr>
        <p:spPr>
          <a:xfrm>
            <a:off x="10703880" y="1772816"/>
            <a:ext cx="1080000" cy="1080000"/>
          </a:xfrm>
          <a:prstGeom prst="ellipse">
            <a:avLst/>
          </a:prstGeom>
          <a:blipFill>
            <a:blip r:embed="rId66"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200">
                <a:solidFill>
                  <a:schemeClr val="bg1"/>
                </a:solidFill>
              </a:rPr>
              <a:t>Text Stopper</a:t>
            </a:r>
          </a:p>
        </p:txBody>
      </p:sp>
    </p:spTree>
    <p:extLst>
      <p:ext uri="{BB962C8B-B14F-4D97-AF65-F5344CB8AC3E}">
        <p14:creationId xmlns:p14="http://schemas.microsoft.com/office/powerpoint/2010/main" val="130136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desso Master">
  <a:themeElements>
    <a:clrScheme name="adesso1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adesso1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</a:spPr>
      <a:bodyPr rtlCol="0" anchor="ctr"/>
      <a:lstStyle>
        <a:defPPr algn="l">
          <a:buClr>
            <a:schemeClr val="bg1"/>
          </a:buClr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adesso-grey">
      <a:srgbClr val="887D75"/>
    </a:custClr>
    <a:custClr name="adesso-grey 70%">
      <a:srgbClr val="ACA49E"/>
    </a:custClr>
    <a:custClr name="adesso-grey 40%">
      <a:srgbClr val="CFCBC8"/>
    </a:custClr>
    <a:custClr name="adesso-grey 20%">
      <a:srgbClr val="E7E5E3"/>
    </a:custClr>
    <a:custClr>
      <a:srgbClr val="FFFFFF"/>
    </a:custClr>
    <a:custClr>
      <a:srgbClr val="FFFFFF"/>
    </a:custClr>
    <a:custClr>
      <a:srgbClr val="FFFFFF"/>
    </a:custClr>
    <a:custClr name="Traffic light red">
      <a:srgbClr val="EE0000"/>
    </a:custClr>
    <a:custClr name="Traffic light yellow">
      <a:srgbClr val="FFC000"/>
    </a:custClr>
    <a:custClr name="Traffic light green">
      <a:srgbClr val="76C800"/>
    </a:custClr>
    <a:custClr name="Turkis">
      <a:srgbClr val="28DCAA"/>
    </a:custClr>
    <a:custClr name="Turkis 70%">
      <a:srgbClr val="69E7C4"/>
    </a:custClr>
    <a:custClr name="Türkis 40%">
      <a:srgbClr val="A9F1DD"/>
    </a:custClr>
    <a:custClr name="Türkis 20%">
      <a:srgbClr val="D4F8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Violet">
      <a:srgbClr val="461EBE"/>
    </a:custClr>
    <a:custClr name="Violet 70%">
      <a:srgbClr val="7D61D2"/>
    </a:custClr>
    <a:custClr name="Violet 40%">
      <a:srgbClr val="B5A5E5"/>
    </a:custClr>
    <a:custClr name="Violet 20%">
      <a:srgbClr val="DAD2F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ink">
      <a:srgbClr val="F566BA"/>
    </a:custClr>
    <a:custClr name="Pink 70%">
      <a:srgbClr val="F894CF"/>
    </a:custClr>
    <a:custClr name="Pink 40%">
      <a:srgbClr val="FBC2E3"/>
    </a:custClr>
    <a:custClr name="Pink 20%">
      <a:srgbClr val="FDE0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">
      <a:srgbClr val="FF9868"/>
    </a:custClr>
    <a:custClr name="Orange 70%">
      <a:srgbClr val="FFB795"/>
    </a:custClr>
    <a:custClr name="Orange 40%">
      <a:srgbClr val="FFD6C3"/>
    </a:custClr>
    <a:custClr name="Orange 20%">
      <a:srgbClr val="FFEA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3" id="{F9C75CAA-8F83-48BC-9A91-3310CA083F01}" vid="{661E190E-FF10-4413-9401-8BD2150BBF7F}"/>
    </a:ext>
  </a:extLst>
</a:theme>
</file>

<file path=ppt/theme/theme2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_adesso">
      <a:dk1>
        <a:srgbClr val="000000"/>
      </a:dk1>
      <a:lt1>
        <a:srgbClr val="FFFFFF"/>
      </a:lt1>
      <a:dk2>
        <a:srgbClr val="006EC7"/>
      </a:dk2>
      <a:lt2>
        <a:srgbClr val="E7E5E3"/>
      </a:lt2>
      <a:accent1>
        <a:srgbClr val="461EBE"/>
      </a:accent1>
      <a:accent2>
        <a:srgbClr val="FF9868"/>
      </a:accent2>
      <a:accent3>
        <a:srgbClr val="887D75"/>
      </a:accent3>
      <a:accent4>
        <a:srgbClr val="76C800"/>
      </a:accent4>
      <a:accent5>
        <a:srgbClr val="F566BA"/>
      </a:accent5>
      <a:accent6>
        <a:srgbClr val="28DCAA"/>
      </a:accent6>
      <a:hlink>
        <a:srgbClr val="006EC7"/>
      </a:hlink>
      <a:folHlink>
        <a:srgbClr val="887D75"/>
      </a:folHlink>
    </a:clrScheme>
    <a:fontScheme name="_adesso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1CAA6230E5E784EBCD383D34976AB98" ma:contentTypeVersion="13" ma:contentTypeDescription="Ein neues Dokument erstellen." ma:contentTypeScope="" ma:versionID="3380bb87a6e6f203d299180d5d80140b">
  <xsd:schema xmlns:xsd="http://www.w3.org/2001/XMLSchema" xmlns:xs="http://www.w3.org/2001/XMLSchema" xmlns:p="http://schemas.microsoft.com/office/2006/metadata/properties" xmlns:ns2="9ac0baca-9702-44b0-93b4-e8dfabccefd0" xmlns:ns3="6229900a-87b3-4c49-8e85-1ef719710e42" targetNamespace="http://schemas.microsoft.com/office/2006/metadata/properties" ma:root="true" ma:fieldsID="d269c1e8c3233b7ddc544d0bf8960e29" ns2:_="" ns3:_="">
    <xsd:import namespace="9ac0baca-9702-44b0-93b4-e8dfabccefd0"/>
    <xsd:import namespace="6229900a-87b3-4c49-8e85-1ef719710e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c0baca-9702-44b0-93b4-e8dfabcce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699f302-2c19-4e45-9402-59f24fbee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29900a-87b3-4c49-8e85-1ef719710e4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214fd5a-4710-4c57-85e9-7bc302618feb}" ma:internalName="TaxCatchAll" ma:showField="CatchAllData" ma:web="6229900a-87b3-4c49-8e85-1ef719710e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29900a-87b3-4c49-8e85-1ef719710e42" xsi:nil="true"/>
    <lcf76f155ced4ddcb4097134ff3c332f xmlns="9ac0baca-9702-44b0-93b4-e8dfabccefd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CFCFB9F-FD54-4CB3-97C5-DE944E9F8EC7}"/>
</file>

<file path=customXml/itemProps2.xml><?xml version="1.0" encoding="utf-8"?>
<ds:datastoreItem xmlns:ds="http://schemas.openxmlformats.org/officeDocument/2006/customXml" ds:itemID="{4710FE7F-CFAC-48EE-BD18-61923CD8BF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22401F-FDB9-47A8-ADDE-3994B287C535}">
  <ds:schemaRefs>
    <ds:schemaRef ds:uri="http://purl.org/dc/elements/1.1/"/>
    <ds:schemaRef ds:uri="ea335628-6d1c-4fd5-8eec-2d0b69cd2b41"/>
    <ds:schemaRef ds:uri="http://schemas.microsoft.com/office/2006/metadata/properties"/>
    <ds:schemaRef ds:uri="http://schemas.microsoft.com/office/2006/documentManagement/types"/>
    <ds:schemaRef ds:uri="e92f0320-ac34-43bc-b321-04b08a4d3be4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6229900a-87b3-4c49-8e85-1ef719710e42"/>
    <ds:schemaRef ds:uri="9ac0baca-9702-44b0-93b4-e8dfabccef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</Words>
  <Application>Microsoft Office PowerPoint</Application>
  <PresentationFormat>Breitbild</PresentationFormat>
  <Paragraphs>18</Paragraphs>
  <Slides>3</Slides>
  <Notes>0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Symbol</vt:lpstr>
      <vt:lpstr>Fira Sans Condensed</vt:lpstr>
      <vt:lpstr>Arial</vt:lpstr>
      <vt:lpstr>Fira Sans</vt:lpstr>
      <vt:lpstr>adesso Master</vt:lpstr>
      <vt:lpstr>think-cell Folie</vt:lpstr>
      <vt:lpstr>PowerPoint-Präsentation</vt:lpstr>
      <vt:lpstr>PowerPoint-Präsentation</vt:lpstr>
      <vt:lpstr>Copy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Joosten, Iris</dc:creator>
  <dc:description>Optimized for Office 365</dc:description>
  <cp:lastModifiedBy>Joosten, Iris</cp:lastModifiedBy>
  <cp:revision>1</cp:revision>
  <dcterms:created xsi:type="dcterms:W3CDTF">2026-01-05T13:34:09Z</dcterms:created>
  <dcterms:modified xsi:type="dcterms:W3CDTF">2026-01-05T13:37:39Z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0x01010051CAA6230E5E784EBCD383D34976AB98</vt:lpwstr>
  </property>
</Properties>
</file>